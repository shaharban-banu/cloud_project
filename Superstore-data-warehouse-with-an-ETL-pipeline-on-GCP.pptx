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0" r:id="rId9"/>
    <p:sldId id="263" r:id="rId10"/>
    <p:sldId id="271" r:id="rId11"/>
    <p:sldId id="264" r:id="rId12"/>
    <p:sldId id="272" r:id="rId13"/>
    <p:sldId id="266" r:id="rId14"/>
    <p:sldId id="267" r:id="rId15"/>
    <p:sldId id="268" r:id="rId16"/>
    <p:sldId id="269" r:id="rId17"/>
  </p:sldIdLst>
  <p:sldSz cx="14630400" cy="8229600"/>
  <p:notesSz cx="8229600" cy="14630400"/>
  <p:embeddedFontLst>
    <p:embeddedFont>
      <p:font typeface="Consolas" panose="020B0609020204030204" pitchFamily="49" charset="0"/>
      <p:regular r:id="rId19"/>
      <p:bold r:id="rId20"/>
      <p:italic r:id="rId21"/>
      <p:boldItalic r:id="rId22"/>
    </p:embeddedFont>
    <p:embeddedFont>
      <p:font typeface="Host Grotesk Medium" panose="020B0604020202020204" charset="0"/>
      <p:regular r:id="rId23"/>
    </p:embeddedFont>
    <p:embeddedFont>
      <p:font typeface="Roboto" panose="02000000000000000000" pitchFamily="2" charset="0"/>
      <p:regular r:id="rId24"/>
      <p:bold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3AE5F6A-5E7C-49F1-A1CC-9F4A97AF3C6E}" v="15" dt="2025-11-07T14:54:29.50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66" d="100"/>
          <a:sy n="66" d="100"/>
        </p:scale>
        <p:origin x="0" y="0"/>
      </p:cViewPr>
      <p:guideLst/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harban banu" userId="e4ec94b459326e1a" providerId="LiveId" clId="{F64CAC02-4D9F-4627-B6B5-DECF4E469394}"/>
    <pc:docChg chg="custSel addSld delSld modSld">
      <pc:chgData name="shaharban banu" userId="e4ec94b459326e1a" providerId="LiveId" clId="{F64CAC02-4D9F-4627-B6B5-DECF4E469394}" dt="2025-11-07T17:06:11.515" v="279" actId="2696"/>
      <pc:docMkLst>
        <pc:docMk/>
      </pc:docMkLst>
      <pc:sldChg chg="modSp mod">
        <pc:chgData name="shaharban banu" userId="e4ec94b459326e1a" providerId="LiveId" clId="{F64CAC02-4D9F-4627-B6B5-DECF4E469394}" dt="2025-11-07T11:09:08.101" v="20" actId="255"/>
        <pc:sldMkLst>
          <pc:docMk/>
          <pc:sldMk cId="0" sldId="256"/>
        </pc:sldMkLst>
        <pc:spChg chg="mod">
          <ac:chgData name="shaharban banu" userId="e4ec94b459326e1a" providerId="LiveId" clId="{F64CAC02-4D9F-4627-B6B5-DECF4E469394}" dt="2025-11-07T11:08:31.780" v="13" actId="20577"/>
          <ac:spMkLst>
            <pc:docMk/>
            <pc:sldMk cId="0" sldId="256"/>
            <ac:spMk id="2" creationId="{00000000-0000-0000-0000-000000000000}"/>
          </ac:spMkLst>
        </pc:spChg>
        <pc:spChg chg="mod">
          <ac:chgData name="shaharban banu" userId="e4ec94b459326e1a" providerId="LiveId" clId="{F64CAC02-4D9F-4627-B6B5-DECF4E469394}" dt="2025-11-07T11:08:18.143" v="9" actId="255"/>
          <ac:spMkLst>
            <pc:docMk/>
            <pc:sldMk cId="0" sldId="256"/>
            <ac:spMk id="3" creationId="{00000000-0000-0000-0000-000000000000}"/>
          </ac:spMkLst>
        </pc:spChg>
        <pc:spChg chg="mod">
          <ac:chgData name="shaharban banu" userId="e4ec94b459326e1a" providerId="LiveId" clId="{F64CAC02-4D9F-4627-B6B5-DECF4E469394}" dt="2025-11-07T11:09:08.101" v="20" actId="255"/>
          <ac:spMkLst>
            <pc:docMk/>
            <pc:sldMk cId="0" sldId="256"/>
            <ac:spMk id="4" creationId="{00000000-0000-0000-0000-000000000000}"/>
          </ac:spMkLst>
        </pc:spChg>
        <pc:spChg chg="mod">
          <ac:chgData name="shaharban banu" userId="e4ec94b459326e1a" providerId="LiveId" clId="{F64CAC02-4D9F-4627-B6B5-DECF4E469394}" dt="2025-11-07T11:09:01.818" v="19" actId="255"/>
          <ac:spMkLst>
            <pc:docMk/>
            <pc:sldMk cId="0" sldId="256"/>
            <ac:spMk id="5" creationId="{00000000-0000-0000-0000-000000000000}"/>
          </ac:spMkLst>
        </pc:spChg>
      </pc:sldChg>
      <pc:sldChg chg="modSp mod">
        <pc:chgData name="shaharban banu" userId="e4ec94b459326e1a" providerId="LiveId" clId="{F64CAC02-4D9F-4627-B6B5-DECF4E469394}" dt="2025-11-07T11:09:17.087" v="21" actId="1076"/>
        <pc:sldMkLst>
          <pc:docMk/>
          <pc:sldMk cId="0" sldId="257"/>
        </pc:sldMkLst>
        <pc:spChg chg="mod">
          <ac:chgData name="shaharban banu" userId="e4ec94b459326e1a" providerId="LiveId" clId="{F64CAC02-4D9F-4627-B6B5-DECF4E469394}" dt="2025-11-07T11:09:17.087" v="21" actId="1076"/>
          <ac:spMkLst>
            <pc:docMk/>
            <pc:sldMk cId="0" sldId="257"/>
            <ac:spMk id="2" creationId="{00000000-0000-0000-0000-000000000000}"/>
          </ac:spMkLst>
        </pc:spChg>
      </pc:sldChg>
      <pc:sldChg chg="addSp modSp mod">
        <pc:chgData name="shaharban banu" userId="e4ec94b459326e1a" providerId="LiveId" clId="{F64CAC02-4D9F-4627-B6B5-DECF4E469394}" dt="2025-11-07T14:17:41.795" v="34" actId="14100"/>
        <pc:sldMkLst>
          <pc:docMk/>
          <pc:sldMk cId="0" sldId="259"/>
        </pc:sldMkLst>
        <pc:spChg chg="mod">
          <ac:chgData name="shaharban banu" userId="e4ec94b459326e1a" providerId="LiveId" clId="{F64CAC02-4D9F-4627-B6B5-DECF4E469394}" dt="2025-11-07T11:14:07.812" v="29" actId="1076"/>
          <ac:spMkLst>
            <pc:docMk/>
            <pc:sldMk cId="0" sldId="259"/>
            <ac:spMk id="2" creationId="{00000000-0000-0000-0000-000000000000}"/>
          </ac:spMkLst>
        </pc:spChg>
        <pc:picChg chg="add mod">
          <ac:chgData name="shaharban banu" userId="e4ec94b459326e1a" providerId="LiveId" clId="{F64CAC02-4D9F-4627-B6B5-DECF4E469394}" dt="2025-11-07T14:17:41.795" v="34" actId="14100"/>
          <ac:picMkLst>
            <pc:docMk/>
            <pc:sldMk cId="0" sldId="259"/>
            <ac:picMk id="4" creationId="{1A2D7FDF-3C3E-E211-95F1-615D0162F6CA}"/>
          </ac:picMkLst>
        </pc:picChg>
      </pc:sldChg>
      <pc:sldChg chg="addSp delSp modSp mod">
        <pc:chgData name="shaharban banu" userId="e4ec94b459326e1a" providerId="LiveId" clId="{F64CAC02-4D9F-4627-B6B5-DECF4E469394}" dt="2025-11-07T14:23:25.004" v="98" actId="478"/>
        <pc:sldMkLst>
          <pc:docMk/>
          <pc:sldMk cId="0" sldId="260"/>
        </pc:sldMkLst>
        <pc:spChg chg="mod">
          <ac:chgData name="shaharban banu" userId="e4ec94b459326e1a" providerId="LiveId" clId="{F64CAC02-4D9F-4627-B6B5-DECF4E469394}" dt="2025-11-07T14:18:17.514" v="35" actId="1076"/>
          <ac:spMkLst>
            <pc:docMk/>
            <pc:sldMk cId="0" sldId="260"/>
            <ac:spMk id="2" creationId="{00000000-0000-0000-0000-000000000000}"/>
          </ac:spMkLst>
        </pc:spChg>
        <pc:spChg chg="del mod">
          <ac:chgData name="shaharban banu" userId="e4ec94b459326e1a" providerId="LiveId" clId="{F64CAC02-4D9F-4627-B6B5-DECF4E469394}" dt="2025-11-07T14:18:29.660" v="37" actId="478"/>
          <ac:spMkLst>
            <pc:docMk/>
            <pc:sldMk cId="0" sldId="260"/>
            <ac:spMk id="3" creationId="{00000000-0000-0000-0000-000000000000}"/>
          </ac:spMkLst>
        </pc:spChg>
        <pc:spChg chg="mod">
          <ac:chgData name="shaharban banu" userId="e4ec94b459326e1a" providerId="LiveId" clId="{F64CAC02-4D9F-4627-B6B5-DECF4E469394}" dt="2025-11-07T14:18:34.788" v="38" actId="1076"/>
          <ac:spMkLst>
            <pc:docMk/>
            <pc:sldMk cId="0" sldId="260"/>
            <ac:spMk id="4" creationId="{00000000-0000-0000-0000-000000000000}"/>
          </ac:spMkLst>
        </pc:spChg>
        <pc:spChg chg="mod">
          <ac:chgData name="shaharban banu" userId="e4ec94b459326e1a" providerId="LiveId" clId="{F64CAC02-4D9F-4627-B6B5-DECF4E469394}" dt="2025-11-07T14:18:43.835" v="39" actId="1076"/>
          <ac:spMkLst>
            <pc:docMk/>
            <pc:sldMk cId="0" sldId="260"/>
            <ac:spMk id="5" creationId="{00000000-0000-0000-0000-000000000000}"/>
          </ac:spMkLst>
        </pc:spChg>
        <pc:spChg chg="mod">
          <ac:chgData name="shaharban banu" userId="e4ec94b459326e1a" providerId="LiveId" clId="{F64CAC02-4D9F-4627-B6B5-DECF4E469394}" dt="2025-11-07T14:18:50.324" v="40" actId="1076"/>
          <ac:spMkLst>
            <pc:docMk/>
            <pc:sldMk cId="0" sldId="260"/>
            <ac:spMk id="6" creationId="{00000000-0000-0000-0000-000000000000}"/>
          </ac:spMkLst>
        </pc:spChg>
        <pc:spChg chg="mod">
          <ac:chgData name="shaharban banu" userId="e4ec94b459326e1a" providerId="LiveId" clId="{F64CAC02-4D9F-4627-B6B5-DECF4E469394}" dt="2025-11-07T14:19:14.282" v="44" actId="1076"/>
          <ac:spMkLst>
            <pc:docMk/>
            <pc:sldMk cId="0" sldId="260"/>
            <ac:spMk id="7" creationId="{00000000-0000-0000-0000-000000000000}"/>
          </ac:spMkLst>
        </pc:spChg>
        <pc:spChg chg="mod">
          <ac:chgData name="shaharban banu" userId="e4ec94b459326e1a" providerId="LiveId" clId="{F64CAC02-4D9F-4627-B6B5-DECF4E469394}" dt="2025-11-07T14:19:20.219" v="45" actId="1076"/>
          <ac:spMkLst>
            <pc:docMk/>
            <pc:sldMk cId="0" sldId="260"/>
            <ac:spMk id="8" creationId="{00000000-0000-0000-0000-000000000000}"/>
          </ac:spMkLst>
        </pc:spChg>
        <pc:spChg chg="mod">
          <ac:chgData name="shaharban banu" userId="e4ec94b459326e1a" providerId="LiveId" clId="{F64CAC02-4D9F-4627-B6B5-DECF4E469394}" dt="2025-11-07T14:19:26.348" v="46" actId="1076"/>
          <ac:spMkLst>
            <pc:docMk/>
            <pc:sldMk cId="0" sldId="260"/>
            <ac:spMk id="9" creationId="{00000000-0000-0000-0000-000000000000}"/>
          </ac:spMkLst>
        </pc:spChg>
        <pc:spChg chg="mod">
          <ac:chgData name="shaharban banu" userId="e4ec94b459326e1a" providerId="LiveId" clId="{F64CAC02-4D9F-4627-B6B5-DECF4E469394}" dt="2025-11-07T14:19:01.368" v="42" actId="1076"/>
          <ac:spMkLst>
            <pc:docMk/>
            <pc:sldMk cId="0" sldId="260"/>
            <ac:spMk id="10" creationId="{00000000-0000-0000-0000-000000000000}"/>
          </ac:spMkLst>
        </pc:spChg>
        <pc:spChg chg="mod">
          <ac:chgData name="shaharban banu" userId="e4ec94b459326e1a" providerId="LiveId" clId="{F64CAC02-4D9F-4627-B6B5-DECF4E469394}" dt="2025-11-07T14:18:56.916" v="41" actId="1076"/>
          <ac:spMkLst>
            <pc:docMk/>
            <pc:sldMk cId="0" sldId="260"/>
            <ac:spMk id="11" creationId="{00000000-0000-0000-0000-000000000000}"/>
          </ac:spMkLst>
        </pc:spChg>
        <pc:spChg chg="mod">
          <ac:chgData name="shaharban banu" userId="e4ec94b459326e1a" providerId="LiveId" clId="{F64CAC02-4D9F-4627-B6B5-DECF4E469394}" dt="2025-11-07T14:20:51.213" v="86" actId="20577"/>
          <ac:spMkLst>
            <pc:docMk/>
            <pc:sldMk cId="0" sldId="260"/>
            <ac:spMk id="12" creationId="{00000000-0000-0000-0000-000000000000}"/>
          </ac:spMkLst>
        </pc:spChg>
        <pc:spChg chg="mod">
          <ac:chgData name="shaharban banu" userId="e4ec94b459326e1a" providerId="LiveId" clId="{F64CAC02-4D9F-4627-B6B5-DECF4E469394}" dt="2025-11-07T14:19:34.885" v="48" actId="1076"/>
          <ac:spMkLst>
            <pc:docMk/>
            <pc:sldMk cId="0" sldId="260"/>
            <ac:spMk id="13" creationId="{00000000-0000-0000-0000-000000000000}"/>
          </ac:spMkLst>
        </pc:spChg>
        <pc:spChg chg="mod">
          <ac:chgData name="shaharban banu" userId="e4ec94b459326e1a" providerId="LiveId" clId="{F64CAC02-4D9F-4627-B6B5-DECF4E469394}" dt="2025-11-07T14:19:32.308" v="47" actId="1076"/>
          <ac:spMkLst>
            <pc:docMk/>
            <pc:sldMk cId="0" sldId="260"/>
            <ac:spMk id="14" creationId="{00000000-0000-0000-0000-000000000000}"/>
          </ac:spMkLst>
        </pc:spChg>
        <pc:spChg chg="mod">
          <ac:chgData name="shaharban banu" userId="e4ec94b459326e1a" providerId="LiveId" clId="{F64CAC02-4D9F-4627-B6B5-DECF4E469394}" dt="2025-11-07T14:19:40.044" v="49" actId="1076"/>
          <ac:spMkLst>
            <pc:docMk/>
            <pc:sldMk cId="0" sldId="260"/>
            <ac:spMk id="15" creationId="{00000000-0000-0000-0000-000000000000}"/>
          </ac:spMkLst>
        </pc:spChg>
        <pc:spChg chg="add del">
          <ac:chgData name="shaharban banu" userId="e4ec94b459326e1a" providerId="LiveId" clId="{F64CAC02-4D9F-4627-B6B5-DECF4E469394}" dt="2025-11-07T14:23:25.004" v="98" actId="478"/>
          <ac:spMkLst>
            <pc:docMk/>
            <pc:sldMk cId="0" sldId="260"/>
            <ac:spMk id="20" creationId="{7094D51C-E09A-714D-CEC6-A4E473D47917}"/>
          </ac:spMkLst>
        </pc:spChg>
        <pc:picChg chg="add mod">
          <ac:chgData name="shaharban banu" userId="e4ec94b459326e1a" providerId="LiveId" clId="{F64CAC02-4D9F-4627-B6B5-DECF4E469394}" dt="2025-11-07T14:22:40.738" v="96" actId="1076"/>
          <ac:picMkLst>
            <pc:docMk/>
            <pc:sldMk cId="0" sldId="260"/>
            <ac:picMk id="17" creationId="{77942ADF-4201-52C1-63EC-EAA3A6D4C160}"/>
          </ac:picMkLst>
        </pc:picChg>
        <pc:picChg chg="add mod">
          <ac:chgData name="shaharban banu" userId="e4ec94b459326e1a" providerId="LiveId" clId="{F64CAC02-4D9F-4627-B6B5-DECF4E469394}" dt="2025-11-07T14:22:39.073" v="95" actId="1076"/>
          <ac:picMkLst>
            <pc:docMk/>
            <pc:sldMk cId="0" sldId="260"/>
            <ac:picMk id="19" creationId="{A9E76E2C-15C2-1320-AE54-D40BF70FAC39}"/>
          </ac:picMkLst>
        </pc:picChg>
      </pc:sldChg>
      <pc:sldChg chg="addSp modSp mod">
        <pc:chgData name="shaharban banu" userId="e4ec94b459326e1a" providerId="LiveId" clId="{F64CAC02-4D9F-4627-B6B5-DECF4E469394}" dt="2025-11-07T14:24:04.662" v="102" actId="1076"/>
        <pc:sldMkLst>
          <pc:docMk/>
          <pc:sldMk cId="0" sldId="261"/>
        </pc:sldMkLst>
        <pc:spChg chg="mod">
          <ac:chgData name="shaharban banu" userId="e4ec94b459326e1a" providerId="LiveId" clId="{F64CAC02-4D9F-4627-B6B5-DECF4E469394}" dt="2025-11-07T11:09:49.067" v="22" actId="1076"/>
          <ac:spMkLst>
            <pc:docMk/>
            <pc:sldMk cId="0" sldId="261"/>
            <ac:spMk id="2" creationId="{00000000-0000-0000-0000-000000000000}"/>
          </ac:spMkLst>
        </pc:spChg>
        <pc:spChg chg="mod">
          <ac:chgData name="shaharban banu" userId="e4ec94b459326e1a" providerId="LiveId" clId="{F64CAC02-4D9F-4627-B6B5-DECF4E469394}" dt="2025-11-07T11:09:54.050" v="23" actId="1076"/>
          <ac:spMkLst>
            <pc:docMk/>
            <pc:sldMk cId="0" sldId="261"/>
            <ac:spMk id="3" creationId="{00000000-0000-0000-0000-000000000000}"/>
          </ac:spMkLst>
        </pc:spChg>
        <pc:spChg chg="mod">
          <ac:chgData name="shaharban banu" userId="e4ec94b459326e1a" providerId="LiveId" clId="{F64CAC02-4D9F-4627-B6B5-DECF4E469394}" dt="2025-11-07T11:09:59.852" v="24" actId="1076"/>
          <ac:spMkLst>
            <pc:docMk/>
            <pc:sldMk cId="0" sldId="261"/>
            <ac:spMk id="4" creationId="{00000000-0000-0000-0000-000000000000}"/>
          </ac:spMkLst>
        </pc:spChg>
        <pc:spChg chg="mod">
          <ac:chgData name="shaharban banu" userId="e4ec94b459326e1a" providerId="LiveId" clId="{F64CAC02-4D9F-4627-B6B5-DECF4E469394}" dt="2025-11-07T11:10:07.630" v="25" actId="1076"/>
          <ac:spMkLst>
            <pc:docMk/>
            <pc:sldMk cId="0" sldId="261"/>
            <ac:spMk id="6" creationId="{00000000-0000-0000-0000-000000000000}"/>
          </ac:spMkLst>
        </pc:spChg>
        <pc:picChg chg="mod">
          <ac:chgData name="shaharban banu" userId="e4ec94b459326e1a" providerId="LiveId" clId="{F64CAC02-4D9F-4627-B6B5-DECF4E469394}" dt="2025-11-07T11:10:11.431" v="26" actId="1076"/>
          <ac:picMkLst>
            <pc:docMk/>
            <pc:sldMk cId="0" sldId="261"/>
            <ac:picMk id="5" creationId="{00000000-0000-0000-0000-000000000000}"/>
          </ac:picMkLst>
        </pc:picChg>
        <pc:picChg chg="add mod">
          <ac:chgData name="shaharban banu" userId="e4ec94b459326e1a" providerId="LiveId" clId="{F64CAC02-4D9F-4627-B6B5-DECF4E469394}" dt="2025-11-07T14:24:04.662" v="102" actId="1076"/>
          <ac:picMkLst>
            <pc:docMk/>
            <pc:sldMk cId="0" sldId="261"/>
            <ac:picMk id="8" creationId="{0D620DC5-FB7C-76AB-F896-30CBB74673A2}"/>
          </ac:picMkLst>
        </pc:picChg>
      </pc:sldChg>
      <pc:sldChg chg="delSp modSp del mod">
        <pc:chgData name="shaharban banu" userId="e4ec94b459326e1a" providerId="LiveId" clId="{F64CAC02-4D9F-4627-B6B5-DECF4E469394}" dt="2025-11-07T17:06:11.515" v="279" actId="2696"/>
        <pc:sldMkLst>
          <pc:docMk/>
          <pc:sldMk cId="0" sldId="265"/>
        </pc:sldMkLst>
        <pc:spChg chg="mod">
          <ac:chgData name="shaharban banu" userId="e4ec94b459326e1a" providerId="LiveId" clId="{F64CAC02-4D9F-4627-B6B5-DECF4E469394}" dt="2025-11-07T14:39:11.912" v="216" actId="1076"/>
          <ac:spMkLst>
            <pc:docMk/>
            <pc:sldMk cId="0" sldId="265"/>
            <ac:spMk id="2" creationId="{00000000-0000-0000-0000-000000000000}"/>
          </ac:spMkLst>
        </pc:spChg>
        <pc:spChg chg="del mod">
          <ac:chgData name="shaharban banu" userId="e4ec94b459326e1a" providerId="LiveId" clId="{F64CAC02-4D9F-4627-B6B5-DECF4E469394}" dt="2025-11-07T14:38:47.561" v="215" actId="478"/>
          <ac:spMkLst>
            <pc:docMk/>
            <pc:sldMk cId="0" sldId="265"/>
            <ac:spMk id="3" creationId="{00000000-0000-0000-0000-000000000000}"/>
          </ac:spMkLst>
        </pc:spChg>
        <pc:spChg chg="mod">
          <ac:chgData name="shaharban banu" userId="e4ec94b459326e1a" providerId="LiveId" clId="{F64CAC02-4D9F-4627-B6B5-DECF4E469394}" dt="2025-11-07T14:39:18.098" v="217" actId="1076"/>
          <ac:spMkLst>
            <pc:docMk/>
            <pc:sldMk cId="0" sldId="265"/>
            <ac:spMk id="4" creationId="{00000000-0000-0000-0000-000000000000}"/>
          </ac:spMkLst>
        </pc:spChg>
        <pc:spChg chg="mod">
          <ac:chgData name="shaharban banu" userId="e4ec94b459326e1a" providerId="LiveId" clId="{F64CAC02-4D9F-4627-B6B5-DECF4E469394}" dt="2025-11-07T14:39:32.600" v="220" actId="1076"/>
          <ac:spMkLst>
            <pc:docMk/>
            <pc:sldMk cId="0" sldId="265"/>
            <ac:spMk id="5" creationId="{00000000-0000-0000-0000-000000000000}"/>
          </ac:spMkLst>
        </pc:spChg>
        <pc:spChg chg="mod">
          <ac:chgData name="shaharban banu" userId="e4ec94b459326e1a" providerId="LiveId" clId="{F64CAC02-4D9F-4627-B6B5-DECF4E469394}" dt="2025-11-07T14:39:25.376" v="218" actId="1076"/>
          <ac:spMkLst>
            <pc:docMk/>
            <pc:sldMk cId="0" sldId="265"/>
            <ac:spMk id="7" creationId="{00000000-0000-0000-0000-000000000000}"/>
          </ac:spMkLst>
        </pc:spChg>
        <pc:picChg chg="mod">
          <ac:chgData name="shaharban banu" userId="e4ec94b459326e1a" providerId="LiveId" clId="{F64CAC02-4D9F-4627-B6B5-DECF4E469394}" dt="2025-11-07T14:39:37.771" v="221" actId="1076"/>
          <ac:picMkLst>
            <pc:docMk/>
            <pc:sldMk cId="0" sldId="265"/>
            <ac:picMk id="6" creationId="{00000000-0000-0000-0000-000000000000}"/>
          </ac:picMkLst>
        </pc:picChg>
      </pc:sldChg>
      <pc:sldChg chg="addSp delSp modSp mod">
        <pc:chgData name="shaharban banu" userId="e4ec94b459326e1a" providerId="LiveId" clId="{F64CAC02-4D9F-4627-B6B5-DECF4E469394}" dt="2025-11-07T14:54:47.542" v="278" actId="1076"/>
        <pc:sldMkLst>
          <pc:docMk/>
          <pc:sldMk cId="0" sldId="266"/>
        </pc:sldMkLst>
        <pc:picChg chg="add del mod">
          <ac:chgData name="shaharban banu" userId="e4ec94b459326e1a" providerId="LiveId" clId="{F64CAC02-4D9F-4627-B6B5-DECF4E469394}" dt="2025-11-07T14:54:25.666" v="269" actId="478"/>
          <ac:picMkLst>
            <pc:docMk/>
            <pc:sldMk cId="0" sldId="266"/>
            <ac:picMk id="7" creationId="{4AD76657-2D6A-FA0F-1794-5E5D25DF624C}"/>
          </ac:picMkLst>
        </pc:picChg>
        <pc:picChg chg="add mod">
          <ac:chgData name="shaharban banu" userId="e4ec94b459326e1a" providerId="LiveId" clId="{F64CAC02-4D9F-4627-B6B5-DECF4E469394}" dt="2025-11-07T14:54:47.542" v="278" actId="1076"/>
          <ac:picMkLst>
            <pc:docMk/>
            <pc:sldMk cId="0" sldId="266"/>
            <ac:picMk id="9" creationId="{3BEA3F9A-E4C2-5C42-90F0-C7FFE656BDB3}"/>
          </ac:picMkLst>
        </pc:picChg>
      </pc:sldChg>
      <pc:sldChg chg="addSp delSp modSp mod">
        <pc:chgData name="shaharban banu" userId="e4ec94b459326e1a" providerId="LiveId" clId="{F64CAC02-4D9F-4627-B6B5-DECF4E469394}" dt="2025-11-07T14:42:13.613" v="261" actId="478"/>
        <pc:sldMkLst>
          <pc:docMk/>
          <pc:sldMk cId="0" sldId="267"/>
        </pc:sldMkLst>
        <pc:spChg chg="mod">
          <ac:chgData name="shaharban banu" userId="e4ec94b459326e1a" providerId="LiveId" clId="{F64CAC02-4D9F-4627-B6B5-DECF4E469394}" dt="2025-11-07T14:42:05.757" v="259" actId="20577"/>
          <ac:spMkLst>
            <pc:docMk/>
            <pc:sldMk cId="0" sldId="267"/>
            <ac:spMk id="4" creationId="{00000000-0000-0000-0000-000000000000}"/>
          </ac:spMkLst>
        </pc:spChg>
        <pc:spChg chg="del mod">
          <ac:chgData name="shaharban banu" userId="e4ec94b459326e1a" providerId="LiveId" clId="{F64CAC02-4D9F-4627-B6B5-DECF4E469394}" dt="2025-11-07T14:41:07.465" v="235" actId="478"/>
          <ac:spMkLst>
            <pc:docMk/>
            <pc:sldMk cId="0" sldId="267"/>
            <ac:spMk id="5" creationId="{00000000-0000-0000-0000-000000000000}"/>
          </ac:spMkLst>
        </pc:spChg>
        <pc:spChg chg="mod">
          <ac:chgData name="shaharban banu" userId="e4ec94b459326e1a" providerId="LiveId" clId="{F64CAC02-4D9F-4627-B6B5-DECF4E469394}" dt="2025-11-07T14:41:15.971" v="237" actId="1076"/>
          <ac:spMkLst>
            <pc:docMk/>
            <pc:sldMk cId="0" sldId="267"/>
            <ac:spMk id="6" creationId="{00000000-0000-0000-0000-000000000000}"/>
          </ac:spMkLst>
        </pc:spChg>
        <pc:picChg chg="add del mod">
          <ac:chgData name="shaharban banu" userId="e4ec94b459326e1a" providerId="LiveId" clId="{F64CAC02-4D9F-4627-B6B5-DECF4E469394}" dt="2025-11-07T14:42:13.613" v="261" actId="478"/>
          <ac:picMkLst>
            <pc:docMk/>
            <pc:sldMk cId="0" sldId="267"/>
            <ac:picMk id="8" creationId="{2B406D7F-F019-9C81-8F49-7A0B37140FF9}"/>
          </ac:picMkLst>
        </pc:picChg>
      </pc:sldChg>
      <pc:sldChg chg="modSp mod">
        <pc:chgData name="shaharban banu" userId="e4ec94b459326e1a" providerId="LiveId" clId="{F64CAC02-4D9F-4627-B6B5-DECF4E469394}" dt="2025-11-07T14:42:28.282" v="267" actId="20577"/>
        <pc:sldMkLst>
          <pc:docMk/>
          <pc:sldMk cId="0" sldId="268"/>
        </pc:sldMkLst>
        <pc:spChg chg="mod">
          <ac:chgData name="shaharban banu" userId="e4ec94b459326e1a" providerId="LiveId" clId="{F64CAC02-4D9F-4627-B6B5-DECF4E469394}" dt="2025-11-07T14:42:28.282" v="267" actId="20577"/>
          <ac:spMkLst>
            <pc:docMk/>
            <pc:sldMk cId="0" sldId="268"/>
            <ac:spMk id="5" creationId="{00000000-0000-0000-0000-000000000000}"/>
          </ac:spMkLst>
        </pc:spChg>
      </pc:sldChg>
      <pc:sldChg chg="modSp mod">
        <pc:chgData name="shaharban banu" userId="e4ec94b459326e1a" providerId="LiveId" clId="{F64CAC02-4D9F-4627-B6B5-DECF4E469394}" dt="2025-11-07T11:10:40.069" v="28" actId="1076"/>
        <pc:sldMkLst>
          <pc:docMk/>
          <pc:sldMk cId="0" sldId="269"/>
        </pc:sldMkLst>
        <pc:spChg chg="mod">
          <ac:chgData name="shaharban banu" userId="e4ec94b459326e1a" providerId="LiveId" clId="{F64CAC02-4D9F-4627-B6B5-DECF4E469394}" dt="2025-11-07T11:10:40.069" v="28" actId="1076"/>
          <ac:spMkLst>
            <pc:docMk/>
            <pc:sldMk cId="0" sldId="269"/>
            <ac:spMk id="2" creationId="{00000000-0000-0000-0000-000000000000}"/>
          </ac:spMkLst>
        </pc:spChg>
      </pc:sldChg>
      <pc:sldChg chg="addSp modSp new mod">
        <pc:chgData name="shaharban banu" userId="e4ec94b459326e1a" providerId="LiveId" clId="{F64CAC02-4D9F-4627-B6B5-DECF4E469394}" dt="2025-11-07T14:38:21.039" v="213" actId="1076"/>
        <pc:sldMkLst>
          <pc:docMk/>
          <pc:sldMk cId="3893015997" sldId="270"/>
        </pc:sldMkLst>
        <pc:spChg chg="add mod">
          <ac:chgData name="shaharban banu" userId="e4ec94b459326e1a" providerId="LiveId" clId="{F64CAC02-4D9F-4627-B6B5-DECF4E469394}" dt="2025-11-07T14:38:21.039" v="213" actId="1076"/>
          <ac:spMkLst>
            <pc:docMk/>
            <pc:sldMk cId="3893015997" sldId="270"/>
            <ac:spMk id="4" creationId="{5A86445A-2907-48FA-167A-4C0D4199ACB2}"/>
          </ac:spMkLst>
        </pc:spChg>
        <pc:picChg chg="add mod">
          <ac:chgData name="shaharban banu" userId="e4ec94b459326e1a" providerId="LiveId" clId="{F64CAC02-4D9F-4627-B6B5-DECF4E469394}" dt="2025-11-07T14:38:02.277" v="206" actId="1076"/>
          <ac:picMkLst>
            <pc:docMk/>
            <pc:sldMk cId="3893015997" sldId="270"/>
            <ac:picMk id="3" creationId="{63207AF0-ABFB-40B9-22F3-D3CB1986A5A2}"/>
          </ac:picMkLst>
        </pc:picChg>
      </pc:sldChg>
      <pc:sldChg chg="addSp modSp new mod">
        <pc:chgData name="shaharban banu" userId="e4ec94b459326e1a" providerId="LiveId" clId="{F64CAC02-4D9F-4627-B6B5-DECF4E469394}" dt="2025-11-07T14:37:46.707" v="204" actId="1076"/>
        <pc:sldMkLst>
          <pc:docMk/>
          <pc:sldMk cId="2175323381" sldId="271"/>
        </pc:sldMkLst>
        <pc:spChg chg="add mod">
          <ac:chgData name="shaharban banu" userId="e4ec94b459326e1a" providerId="LiveId" clId="{F64CAC02-4D9F-4627-B6B5-DECF4E469394}" dt="2025-11-07T14:37:46.707" v="204" actId="1076"/>
          <ac:spMkLst>
            <pc:docMk/>
            <pc:sldMk cId="2175323381" sldId="271"/>
            <ac:spMk id="6" creationId="{82EDC8A6-3E6A-31FD-C72E-174D1B6636FF}"/>
          </ac:spMkLst>
        </pc:spChg>
        <pc:picChg chg="add mod">
          <ac:chgData name="shaharban banu" userId="e4ec94b459326e1a" providerId="LiveId" clId="{F64CAC02-4D9F-4627-B6B5-DECF4E469394}" dt="2025-11-07T14:37:09.363" v="181" actId="1076"/>
          <ac:picMkLst>
            <pc:docMk/>
            <pc:sldMk cId="2175323381" sldId="271"/>
            <ac:picMk id="3" creationId="{1FFC6806-43EE-8F32-EEDE-CB2DE45F28F9}"/>
          </ac:picMkLst>
        </pc:picChg>
        <pc:picChg chg="add mod">
          <ac:chgData name="shaharban banu" userId="e4ec94b459326e1a" providerId="LiveId" clId="{F64CAC02-4D9F-4627-B6B5-DECF4E469394}" dt="2025-11-07T14:37:11.891" v="182" actId="1076"/>
          <ac:picMkLst>
            <pc:docMk/>
            <pc:sldMk cId="2175323381" sldId="271"/>
            <ac:picMk id="5" creationId="{B8E7542E-731C-C139-03C4-994D408C5453}"/>
          </ac:picMkLst>
        </pc:picChg>
      </pc:sldChg>
      <pc:sldChg chg="addSp delSp modSp new mod">
        <pc:chgData name="shaharban banu" userId="e4ec94b459326e1a" providerId="LiveId" clId="{F64CAC02-4D9F-4627-B6B5-DECF4E469394}" dt="2025-11-07T14:36:47.667" v="176" actId="2711"/>
        <pc:sldMkLst>
          <pc:docMk/>
          <pc:sldMk cId="2527826748" sldId="272"/>
        </pc:sldMkLst>
        <pc:spChg chg="add del mod">
          <ac:chgData name="shaharban banu" userId="e4ec94b459326e1a" providerId="LiveId" clId="{F64CAC02-4D9F-4627-B6B5-DECF4E469394}" dt="2025-11-07T14:35:47.901" v="150" actId="478"/>
          <ac:spMkLst>
            <pc:docMk/>
            <pc:sldMk cId="2527826748" sldId="272"/>
            <ac:spMk id="6" creationId="{B6AB2EA8-7B8E-42D3-A673-0544F068ABCF}"/>
          </ac:spMkLst>
        </pc:spChg>
        <pc:spChg chg="add mod">
          <ac:chgData name="shaharban banu" userId="e4ec94b459326e1a" providerId="LiveId" clId="{F64CAC02-4D9F-4627-B6B5-DECF4E469394}" dt="2025-11-07T14:36:47.667" v="176" actId="2711"/>
          <ac:spMkLst>
            <pc:docMk/>
            <pc:sldMk cId="2527826748" sldId="272"/>
            <ac:spMk id="7" creationId="{82A27C36-A533-BBE3-0DAA-F1DDD33DBB09}"/>
          </ac:spMkLst>
        </pc:spChg>
        <pc:picChg chg="add mod">
          <ac:chgData name="shaharban banu" userId="e4ec94b459326e1a" providerId="LiveId" clId="{F64CAC02-4D9F-4627-B6B5-DECF4E469394}" dt="2025-11-07T14:35:00.075" v="141" actId="1076"/>
          <ac:picMkLst>
            <pc:docMk/>
            <pc:sldMk cId="2527826748" sldId="272"/>
            <ac:picMk id="3" creationId="{A0C6441D-8D70-B978-2259-86F76DE40AAB}"/>
          </ac:picMkLst>
        </pc:picChg>
        <pc:picChg chg="add mod">
          <ac:chgData name="shaharban banu" userId="e4ec94b459326e1a" providerId="LiveId" clId="{F64CAC02-4D9F-4627-B6B5-DECF4E469394}" dt="2025-11-07T14:34:54.359" v="139" actId="14100"/>
          <ac:picMkLst>
            <pc:docMk/>
            <pc:sldMk cId="2527826748" sldId="272"/>
            <ac:picMk id="5" creationId="{81525546-3C89-2065-6DDD-3BBCFDE66C25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635844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3950" y="623055"/>
            <a:ext cx="13742500" cy="16148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100"/>
              </a:lnSpc>
              <a:buNone/>
            </a:pPr>
            <a:r>
              <a:rPr lang="en-US" sz="400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Superstore Data Warehouse with an </a:t>
            </a:r>
            <a:r>
              <a:rPr lang="en-US" sz="4000">
                <a:solidFill>
                  <a:srgbClr val="95CCDA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ETL pipeline</a:t>
            </a:r>
            <a:r>
              <a:rPr lang="en-US" sz="400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 on GCP</a:t>
            </a:r>
            <a:endParaRPr lang="en-US" sz="4000"/>
          </a:p>
        </p:txBody>
      </p:sp>
      <p:sp>
        <p:nvSpPr>
          <p:cNvPr id="3" name="Text 1"/>
          <p:cNvSpPr/>
          <p:nvPr/>
        </p:nvSpPr>
        <p:spPr>
          <a:xfrm>
            <a:off x="791646" y="1926764"/>
            <a:ext cx="13047107" cy="11310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450"/>
              </a:lnSpc>
              <a:buNone/>
            </a:pPr>
            <a:r>
              <a:rPr lang="en-US" sz="280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Automated ETL, BigQuery Fact &amp; Dimension Tables, Visual Analytics</a:t>
            </a:r>
            <a:endParaRPr lang="en-US" sz="2800"/>
          </a:p>
        </p:txBody>
      </p:sp>
      <p:sp>
        <p:nvSpPr>
          <p:cNvPr id="4" name="Text 2"/>
          <p:cNvSpPr/>
          <p:nvPr/>
        </p:nvSpPr>
        <p:spPr>
          <a:xfrm>
            <a:off x="791645" y="5095480"/>
            <a:ext cx="13047107" cy="339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400" b="1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Name:</a:t>
            </a:r>
            <a:r>
              <a:rPr lang="en-US" sz="240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Shaharban V</a:t>
            </a:r>
            <a:endParaRPr lang="en-US" sz="2400"/>
          </a:p>
        </p:txBody>
      </p:sp>
      <p:sp>
        <p:nvSpPr>
          <p:cNvPr id="5" name="Text 3"/>
          <p:cNvSpPr/>
          <p:nvPr/>
        </p:nvSpPr>
        <p:spPr>
          <a:xfrm>
            <a:off x="791647" y="5570621"/>
            <a:ext cx="13047107" cy="6015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400" b="1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Date:</a:t>
            </a:r>
            <a:r>
              <a:rPr lang="en-US" sz="240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08/11/2025</a:t>
            </a:r>
            <a:endParaRPr lang="en-US" sz="2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33030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Project Overview</a:t>
            </a:r>
            <a:endParaRPr lang="en-US" sz="4450"/>
          </a:p>
        </p:txBody>
      </p:sp>
      <p:sp>
        <p:nvSpPr>
          <p:cNvPr id="3" name="Text 1"/>
          <p:cNvSpPr/>
          <p:nvPr/>
        </p:nvSpPr>
        <p:spPr>
          <a:xfrm>
            <a:off x="793790" y="3034903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Objective:</a:t>
            </a:r>
            <a:endParaRPr lang="en-US" sz="2650"/>
          </a:p>
        </p:txBody>
      </p:sp>
      <p:sp>
        <p:nvSpPr>
          <p:cNvPr id="4" name="Text 2"/>
          <p:cNvSpPr/>
          <p:nvPr/>
        </p:nvSpPr>
        <p:spPr>
          <a:xfrm>
            <a:off x="793790" y="3800356"/>
            <a:ext cx="13042821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75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Build an automated ETL pipeline for Superstore dataset</a:t>
            </a:r>
            <a:endParaRPr lang="en-US" sz="1750"/>
          </a:p>
        </p:txBody>
      </p:sp>
      <p:sp>
        <p:nvSpPr>
          <p:cNvPr id="5" name="Text 3"/>
          <p:cNvSpPr/>
          <p:nvPr/>
        </p:nvSpPr>
        <p:spPr>
          <a:xfrm>
            <a:off x="793790" y="4219813"/>
            <a:ext cx="13042821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75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Clean and transform data</a:t>
            </a:r>
            <a:endParaRPr lang="en-US" sz="1750"/>
          </a:p>
        </p:txBody>
      </p:sp>
      <p:sp>
        <p:nvSpPr>
          <p:cNvPr id="6" name="Text 4"/>
          <p:cNvSpPr/>
          <p:nvPr/>
        </p:nvSpPr>
        <p:spPr>
          <a:xfrm>
            <a:off x="793790" y="4639270"/>
            <a:ext cx="13042821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75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Store in a data warehouse (BigQuery)</a:t>
            </a:r>
            <a:endParaRPr lang="en-US" sz="1750"/>
          </a:p>
        </p:txBody>
      </p:sp>
      <p:sp>
        <p:nvSpPr>
          <p:cNvPr id="7" name="Text 5"/>
          <p:cNvSpPr/>
          <p:nvPr/>
        </p:nvSpPr>
        <p:spPr>
          <a:xfrm>
            <a:off x="793790" y="5058728"/>
            <a:ext cx="13042821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75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Generate business insights using dashboards</a:t>
            </a:r>
            <a:endParaRPr lang="en-US" sz="1750"/>
          </a:p>
        </p:txBody>
      </p:sp>
      <p:sp>
        <p:nvSpPr>
          <p:cNvPr id="8" name="Text 6"/>
          <p:cNvSpPr/>
          <p:nvPr/>
        </p:nvSpPr>
        <p:spPr>
          <a:xfrm>
            <a:off x="793790" y="5654040"/>
            <a:ext cx="13042821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b="1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Tools Used:</a:t>
            </a:r>
            <a:r>
              <a:rPr lang="en-US" sz="175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GCS, BigQuery, Airflow, Power BI</a:t>
            </a:r>
            <a:endParaRPr lang="en-US" sz="175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713792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Dataset Overview</a:t>
            </a:r>
            <a:endParaRPr lang="en-US" sz="4450"/>
          </a:p>
        </p:txBody>
      </p:sp>
      <p:sp>
        <p:nvSpPr>
          <p:cNvPr id="3" name="Shape 1"/>
          <p:cNvSpPr/>
          <p:nvPr/>
        </p:nvSpPr>
        <p:spPr>
          <a:xfrm>
            <a:off x="793790" y="3876199"/>
            <a:ext cx="4196358" cy="1639610"/>
          </a:xfrm>
          <a:prstGeom prst="roundRect">
            <a:avLst>
              <a:gd name="adj" fmla="val 5810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1028224" y="411063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Dataset Source</a:t>
            </a:r>
            <a:endParaRPr lang="en-US" sz="2200"/>
          </a:p>
        </p:txBody>
      </p:sp>
      <p:sp>
        <p:nvSpPr>
          <p:cNvPr id="5" name="Text 3"/>
          <p:cNvSpPr/>
          <p:nvPr/>
        </p:nvSpPr>
        <p:spPr>
          <a:xfrm>
            <a:off x="1028224" y="4601051"/>
            <a:ext cx="3727490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Superstore Sales Dataset (Kaggle)</a:t>
            </a:r>
            <a:endParaRPr lang="en-US" sz="1750"/>
          </a:p>
        </p:txBody>
      </p:sp>
      <p:sp>
        <p:nvSpPr>
          <p:cNvPr id="6" name="Shape 4"/>
          <p:cNvSpPr/>
          <p:nvPr/>
        </p:nvSpPr>
        <p:spPr>
          <a:xfrm>
            <a:off x="5216962" y="3876199"/>
            <a:ext cx="4196358" cy="1639610"/>
          </a:xfrm>
          <a:prstGeom prst="roundRect">
            <a:avLst>
              <a:gd name="adj" fmla="val 5810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451396" y="411063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Key Columns</a:t>
            </a:r>
            <a:endParaRPr lang="en-US" sz="2200"/>
          </a:p>
        </p:txBody>
      </p:sp>
      <p:sp>
        <p:nvSpPr>
          <p:cNvPr id="8" name="Text 6"/>
          <p:cNvSpPr/>
          <p:nvPr/>
        </p:nvSpPr>
        <p:spPr>
          <a:xfrm>
            <a:off x="5451396" y="4601051"/>
            <a:ext cx="3727490" cy="680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Order ID, Customer, Product, Sales, Profit, Region, Date, etc.</a:t>
            </a:r>
            <a:endParaRPr lang="en-US" sz="1750"/>
          </a:p>
        </p:txBody>
      </p:sp>
      <p:sp>
        <p:nvSpPr>
          <p:cNvPr id="9" name="Shape 7"/>
          <p:cNvSpPr/>
          <p:nvPr/>
        </p:nvSpPr>
        <p:spPr>
          <a:xfrm>
            <a:off x="9640133" y="3876199"/>
            <a:ext cx="4196358" cy="1639610"/>
          </a:xfrm>
          <a:prstGeom prst="roundRect">
            <a:avLst>
              <a:gd name="adj" fmla="val 5810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9874568" y="411063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Data Volume</a:t>
            </a:r>
            <a:endParaRPr lang="en-US" sz="2200"/>
          </a:p>
        </p:txBody>
      </p:sp>
      <p:sp>
        <p:nvSpPr>
          <p:cNvPr id="11" name="Text 9"/>
          <p:cNvSpPr/>
          <p:nvPr/>
        </p:nvSpPr>
        <p:spPr>
          <a:xfrm>
            <a:off x="9874568" y="4601051"/>
            <a:ext cx="3727490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b="1">
                <a:solidFill>
                  <a:srgbClr val="95CCD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5009</a:t>
            </a:r>
            <a:r>
              <a:rPr lang="en-US" sz="175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rows</a:t>
            </a:r>
            <a:endParaRPr lang="en-US" sz="175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6453" y="981056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Project Architecture</a:t>
            </a:r>
            <a:endParaRPr lang="en-US" sz="4450"/>
          </a:p>
        </p:txBody>
      </p:sp>
      <p:pic>
        <p:nvPicPr>
          <p:cNvPr id="4" name="Picture 3" descr="A diagram of a diagram&#10;&#10;AI-generated content may be incorrect.">
            <a:extLst>
              <a:ext uri="{FF2B5EF4-FFF2-40B4-BE49-F238E27FC236}">
                <a16:creationId xmlns:a16="http://schemas.microsoft.com/office/drawing/2014/main" id="{1A2D7FDF-3C3E-E211-95F1-615D0162F6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6972" y="2049880"/>
            <a:ext cx="4468228" cy="54292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04230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Environment Setup</a:t>
            </a:r>
            <a:endParaRPr lang="en-US" sz="4450"/>
          </a:p>
        </p:txBody>
      </p:sp>
      <p:sp>
        <p:nvSpPr>
          <p:cNvPr id="4" name="Shape 2"/>
          <p:cNvSpPr/>
          <p:nvPr/>
        </p:nvSpPr>
        <p:spPr>
          <a:xfrm>
            <a:off x="793790" y="1830216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78860" y="1936479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1</a:t>
            </a:r>
            <a:endParaRPr lang="en-US" sz="2650"/>
          </a:p>
        </p:txBody>
      </p:sp>
      <p:sp>
        <p:nvSpPr>
          <p:cNvPr id="6" name="Text 4"/>
          <p:cNvSpPr/>
          <p:nvPr/>
        </p:nvSpPr>
        <p:spPr>
          <a:xfrm>
            <a:off x="1530906" y="1936479"/>
            <a:ext cx="322254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Created a project in GCP</a:t>
            </a:r>
            <a:endParaRPr lang="en-US" sz="2200"/>
          </a:p>
        </p:txBody>
      </p:sp>
      <p:sp>
        <p:nvSpPr>
          <p:cNvPr id="7" name="Shape 5"/>
          <p:cNvSpPr/>
          <p:nvPr/>
        </p:nvSpPr>
        <p:spPr>
          <a:xfrm>
            <a:off x="7541955" y="1786497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7663762" y="1936478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2</a:t>
            </a:r>
            <a:endParaRPr lang="en-US" sz="2650"/>
          </a:p>
        </p:txBody>
      </p:sp>
      <p:sp>
        <p:nvSpPr>
          <p:cNvPr id="9" name="Text 7"/>
          <p:cNvSpPr/>
          <p:nvPr/>
        </p:nvSpPr>
        <p:spPr>
          <a:xfrm>
            <a:off x="8376887" y="1786497"/>
            <a:ext cx="564261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Enabled APIs: Storage, BigQuery, Composer (Airflow)</a:t>
            </a:r>
            <a:endParaRPr lang="en-US" sz="2200"/>
          </a:p>
        </p:txBody>
      </p:sp>
      <p:sp>
        <p:nvSpPr>
          <p:cNvPr id="10" name="Shape 8"/>
          <p:cNvSpPr/>
          <p:nvPr/>
        </p:nvSpPr>
        <p:spPr>
          <a:xfrm>
            <a:off x="759040" y="2799233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878860" y="2898225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3</a:t>
            </a:r>
            <a:endParaRPr lang="en-US" sz="2650"/>
          </a:p>
        </p:txBody>
      </p:sp>
      <p:sp>
        <p:nvSpPr>
          <p:cNvPr id="12" name="Text 10"/>
          <p:cNvSpPr/>
          <p:nvPr/>
        </p:nvSpPr>
        <p:spPr>
          <a:xfrm>
            <a:off x="1530906" y="2933705"/>
            <a:ext cx="482048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Created bucket: sales-bucket-super</a:t>
            </a:r>
            <a:endParaRPr lang="en-US" sz="2200"/>
          </a:p>
        </p:txBody>
      </p:sp>
      <p:sp>
        <p:nvSpPr>
          <p:cNvPr id="13" name="Shape 11"/>
          <p:cNvSpPr/>
          <p:nvPr/>
        </p:nvSpPr>
        <p:spPr>
          <a:xfrm>
            <a:off x="7624825" y="2777733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7627024" y="2898225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4</a:t>
            </a:r>
            <a:endParaRPr lang="en-US" sz="2650"/>
          </a:p>
        </p:txBody>
      </p:sp>
      <p:sp>
        <p:nvSpPr>
          <p:cNvPr id="15" name="Text 13"/>
          <p:cNvSpPr/>
          <p:nvPr/>
        </p:nvSpPr>
        <p:spPr>
          <a:xfrm>
            <a:off x="8376887" y="2925139"/>
            <a:ext cx="415504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Created dataset: superstore_dw</a:t>
            </a:r>
            <a:endParaRPr lang="en-US" sz="2200"/>
          </a:p>
        </p:txBody>
      </p:sp>
      <p:pic>
        <p:nvPicPr>
          <p:cNvPr id="17" name="Picture 1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7942ADF-4201-52C1-63EC-EAA3A6D4C1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3762" y="4114800"/>
            <a:ext cx="2991267" cy="3620005"/>
          </a:xfrm>
          <a:prstGeom prst="rect">
            <a:avLst/>
          </a:prstGeom>
        </p:spPr>
      </p:pic>
      <p:pic>
        <p:nvPicPr>
          <p:cNvPr id="19" name="Picture 1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9E76E2C-15C2-1320-AE54-D40BF70FAC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34531" y="4114800"/>
            <a:ext cx="4829849" cy="294363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70090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Raw Data in GCS</a:t>
            </a:r>
            <a:endParaRPr lang="en-US" sz="4450"/>
          </a:p>
        </p:txBody>
      </p:sp>
      <p:sp>
        <p:nvSpPr>
          <p:cNvPr id="3" name="Text 1"/>
          <p:cNvSpPr/>
          <p:nvPr/>
        </p:nvSpPr>
        <p:spPr>
          <a:xfrm>
            <a:off x="793789" y="1992276"/>
            <a:ext cx="13042821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b="1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Description:</a:t>
            </a:r>
            <a:r>
              <a:rPr lang="en-US" sz="175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Original Superstore CSV before cleaning</a:t>
            </a:r>
            <a:endParaRPr lang="en-US" sz="1750"/>
          </a:p>
        </p:txBody>
      </p:sp>
      <p:sp>
        <p:nvSpPr>
          <p:cNvPr id="4" name="Shape 2"/>
          <p:cNvSpPr/>
          <p:nvPr/>
        </p:nvSpPr>
        <p:spPr>
          <a:xfrm>
            <a:off x="793788" y="2753484"/>
            <a:ext cx="13042821" cy="1629013"/>
          </a:xfrm>
          <a:prstGeom prst="roundRect">
            <a:avLst>
              <a:gd name="adj" fmla="val 5848"/>
            </a:avLst>
          </a:prstGeom>
          <a:solidFill>
            <a:srgbClr val="C6E4EB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176" y="3093646"/>
            <a:ext cx="283488" cy="22681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62348" y="3053937"/>
            <a:ext cx="12078891" cy="10281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raw data is stored in Google Cloud Storage (GCS) bucket </a:t>
            </a:r>
            <a:r>
              <a:rPr lang="en-US" sz="1750">
                <a:solidFill>
                  <a:srgbClr val="000000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gcs-superstore-data</a:t>
            </a:r>
            <a:r>
              <a:rPr lang="en-US" sz="175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as the initial data source for the ETL pipeline. This unprocessed data contains all the original records from the Superstore Sales Dataset before any transformation or cleaning operations are applied.</a:t>
            </a:r>
            <a:endParaRPr lang="en-US" sz="1750"/>
          </a:p>
        </p:txBody>
      </p:sp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D620DC5-FB7C-76AB-F896-30CBB74673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5204" y="5037006"/>
            <a:ext cx="13813178" cy="240063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2708" y="559951"/>
            <a:ext cx="5090874" cy="6363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400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Airflow ETL DAG</a:t>
            </a:r>
            <a:endParaRPr lang="en-US" sz="4000"/>
          </a:p>
        </p:txBody>
      </p:sp>
      <p:sp>
        <p:nvSpPr>
          <p:cNvPr id="3" name="Text 1"/>
          <p:cNvSpPr/>
          <p:nvPr/>
        </p:nvSpPr>
        <p:spPr>
          <a:xfrm>
            <a:off x="712708" y="1277779"/>
            <a:ext cx="3054429" cy="3817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Tasks:</a:t>
            </a:r>
            <a:endParaRPr lang="en-US" sz="2400"/>
          </a:p>
        </p:txBody>
      </p:sp>
      <p:sp>
        <p:nvSpPr>
          <p:cNvPr id="4" name="Shape 2"/>
          <p:cNvSpPr/>
          <p:nvPr/>
        </p:nvSpPr>
        <p:spPr>
          <a:xfrm>
            <a:off x="941784" y="1964888"/>
            <a:ext cx="22860" cy="5706666"/>
          </a:xfrm>
          <a:prstGeom prst="roundRect">
            <a:avLst>
              <a:gd name="adj" fmla="val 374134"/>
            </a:avLst>
          </a:prstGeom>
          <a:solidFill>
            <a:srgbClr val="BFD3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1148001" y="2182535"/>
            <a:ext cx="610791" cy="22860"/>
          </a:xfrm>
          <a:prstGeom prst="roundRect">
            <a:avLst>
              <a:gd name="adj" fmla="val 374134"/>
            </a:avLst>
          </a:prstGeom>
          <a:solidFill>
            <a:srgbClr val="BFD3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712708" y="1964888"/>
            <a:ext cx="458152" cy="458153"/>
          </a:xfrm>
          <a:prstGeom prst="roundRect">
            <a:avLst>
              <a:gd name="adj" fmla="val 18668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789087" y="2003108"/>
            <a:ext cx="305395" cy="3817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240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1</a:t>
            </a:r>
            <a:endParaRPr lang="en-US" sz="2400"/>
          </a:p>
        </p:txBody>
      </p:sp>
      <p:sp>
        <p:nvSpPr>
          <p:cNvPr id="8" name="Text 6"/>
          <p:cNvSpPr/>
          <p:nvPr/>
        </p:nvSpPr>
        <p:spPr>
          <a:xfrm>
            <a:off x="1959888" y="2034778"/>
            <a:ext cx="2545437" cy="3181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Check for new file</a:t>
            </a:r>
            <a:endParaRPr lang="en-US" sz="2000"/>
          </a:p>
        </p:txBody>
      </p:sp>
      <p:sp>
        <p:nvSpPr>
          <p:cNvPr id="9" name="Text 7"/>
          <p:cNvSpPr/>
          <p:nvPr/>
        </p:nvSpPr>
        <p:spPr>
          <a:xfrm>
            <a:off x="1959888" y="2475071"/>
            <a:ext cx="11957804" cy="3053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GCSObjectExistenceSensor</a:t>
            </a:r>
            <a:endParaRPr lang="en-US" sz="1600"/>
          </a:p>
        </p:txBody>
      </p:sp>
      <p:sp>
        <p:nvSpPr>
          <p:cNvPr id="10" name="Shape 8"/>
          <p:cNvSpPr/>
          <p:nvPr/>
        </p:nvSpPr>
        <p:spPr>
          <a:xfrm>
            <a:off x="1148001" y="3405307"/>
            <a:ext cx="610791" cy="22860"/>
          </a:xfrm>
          <a:prstGeom prst="roundRect">
            <a:avLst>
              <a:gd name="adj" fmla="val 374134"/>
            </a:avLst>
          </a:prstGeom>
          <a:solidFill>
            <a:srgbClr val="BFD3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712708" y="3187660"/>
            <a:ext cx="458152" cy="458153"/>
          </a:xfrm>
          <a:prstGeom prst="roundRect">
            <a:avLst>
              <a:gd name="adj" fmla="val 18668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789087" y="3225879"/>
            <a:ext cx="305395" cy="3817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240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2</a:t>
            </a:r>
            <a:endParaRPr lang="en-US" sz="2400"/>
          </a:p>
        </p:txBody>
      </p:sp>
      <p:sp>
        <p:nvSpPr>
          <p:cNvPr id="13" name="Text 11"/>
          <p:cNvSpPr/>
          <p:nvPr/>
        </p:nvSpPr>
        <p:spPr>
          <a:xfrm>
            <a:off x="1959888" y="3257550"/>
            <a:ext cx="2545437" cy="3181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Clean file</a:t>
            </a:r>
            <a:endParaRPr lang="en-US" sz="2000"/>
          </a:p>
        </p:txBody>
      </p:sp>
      <p:sp>
        <p:nvSpPr>
          <p:cNvPr id="14" name="Text 12"/>
          <p:cNvSpPr/>
          <p:nvPr/>
        </p:nvSpPr>
        <p:spPr>
          <a:xfrm>
            <a:off x="1959888" y="3697843"/>
            <a:ext cx="11957804" cy="3053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PythonOperator</a:t>
            </a:r>
            <a:endParaRPr lang="en-US" sz="1600"/>
          </a:p>
        </p:txBody>
      </p:sp>
      <p:sp>
        <p:nvSpPr>
          <p:cNvPr id="15" name="Shape 13"/>
          <p:cNvSpPr/>
          <p:nvPr/>
        </p:nvSpPr>
        <p:spPr>
          <a:xfrm>
            <a:off x="1148001" y="4628078"/>
            <a:ext cx="610791" cy="22860"/>
          </a:xfrm>
          <a:prstGeom prst="roundRect">
            <a:avLst>
              <a:gd name="adj" fmla="val 374134"/>
            </a:avLst>
          </a:prstGeom>
          <a:solidFill>
            <a:srgbClr val="BFD3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712708" y="4410432"/>
            <a:ext cx="458152" cy="458153"/>
          </a:xfrm>
          <a:prstGeom prst="roundRect">
            <a:avLst>
              <a:gd name="adj" fmla="val 18668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789087" y="4448651"/>
            <a:ext cx="305395" cy="3817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240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3</a:t>
            </a:r>
            <a:endParaRPr lang="en-US" sz="2400"/>
          </a:p>
        </p:txBody>
      </p:sp>
      <p:sp>
        <p:nvSpPr>
          <p:cNvPr id="18" name="Text 16"/>
          <p:cNvSpPr/>
          <p:nvPr/>
        </p:nvSpPr>
        <p:spPr>
          <a:xfrm>
            <a:off x="1959888" y="4480322"/>
            <a:ext cx="2545437" cy="3181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Load to BigQuery</a:t>
            </a:r>
            <a:endParaRPr lang="en-US" sz="2000"/>
          </a:p>
        </p:txBody>
      </p:sp>
      <p:sp>
        <p:nvSpPr>
          <p:cNvPr id="19" name="Text 17"/>
          <p:cNvSpPr/>
          <p:nvPr/>
        </p:nvSpPr>
        <p:spPr>
          <a:xfrm>
            <a:off x="1959888" y="4920615"/>
            <a:ext cx="11957804" cy="3053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GCSToBigQueryOperator</a:t>
            </a:r>
            <a:endParaRPr lang="en-US" sz="1600"/>
          </a:p>
        </p:txBody>
      </p:sp>
      <p:sp>
        <p:nvSpPr>
          <p:cNvPr id="20" name="Shape 18"/>
          <p:cNvSpPr/>
          <p:nvPr/>
        </p:nvSpPr>
        <p:spPr>
          <a:xfrm>
            <a:off x="1148001" y="5850850"/>
            <a:ext cx="610791" cy="22860"/>
          </a:xfrm>
          <a:prstGeom prst="roundRect">
            <a:avLst>
              <a:gd name="adj" fmla="val 374134"/>
            </a:avLst>
          </a:prstGeom>
          <a:solidFill>
            <a:srgbClr val="BFD3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712708" y="5633204"/>
            <a:ext cx="458152" cy="458153"/>
          </a:xfrm>
          <a:prstGeom prst="roundRect">
            <a:avLst>
              <a:gd name="adj" fmla="val 18668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789087" y="5671423"/>
            <a:ext cx="305395" cy="3817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240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4</a:t>
            </a:r>
            <a:endParaRPr lang="en-US" sz="2400"/>
          </a:p>
        </p:txBody>
      </p:sp>
      <p:sp>
        <p:nvSpPr>
          <p:cNvPr id="23" name="Text 21"/>
          <p:cNvSpPr/>
          <p:nvPr/>
        </p:nvSpPr>
        <p:spPr>
          <a:xfrm>
            <a:off x="1959888" y="5703094"/>
            <a:ext cx="2545437" cy="3181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Validate data</a:t>
            </a:r>
            <a:endParaRPr lang="en-US" sz="2000"/>
          </a:p>
        </p:txBody>
      </p:sp>
      <p:sp>
        <p:nvSpPr>
          <p:cNvPr id="24" name="Text 22"/>
          <p:cNvSpPr/>
          <p:nvPr/>
        </p:nvSpPr>
        <p:spPr>
          <a:xfrm>
            <a:off x="1959888" y="6143387"/>
            <a:ext cx="11957804" cy="3053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BigQueryCheckOperator</a:t>
            </a:r>
            <a:endParaRPr lang="en-US" sz="1600"/>
          </a:p>
        </p:txBody>
      </p:sp>
      <p:sp>
        <p:nvSpPr>
          <p:cNvPr id="25" name="Shape 23"/>
          <p:cNvSpPr/>
          <p:nvPr/>
        </p:nvSpPr>
        <p:spPr>
          <a:xfrm>
            <a:off x="1148001" y="7073622"/>
            <a:ext cx="610791" cy="22860"/>
          </a:xfrm>
          <a:prstGeom prst="roundRect">
            <a:avLst>
              <a:gd name="adj" fmla="val 374134"/>
            </a:avLst>
          </a:prstGeom>
          <a:solidFill>
            <a:srgbClr val="BFD3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712708" y="6855976"/>
            <a:ext cx="458152" cy="458153"/>
          </a:xfrm>
          <a:prstGeom prst="roundRect">
            <a:avLst>
              <a:gd name="adj" fmla="val 18668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789087" y="6894195"/>
            <a:ext cx="305395" cy="3817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240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5</a:t>
            </a:r>
            <a:endParaRPr lang="en-US" sz="2400"/>
          </a:p>
        </p:txBody>
      </p:sp>
      <p:sp>
        <p:nvSpPr>
          <p:cNvPr id="28" name="Text 26"/>
          <p:cNvSpPr/>
          <p:nvPr/>
        </p:nvSpPr>
        <p:spPr>
          <a:xfrm>
            <a:off x="1959888" y="6925866"/>
            <a:ext cx="4095155" cy="3181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Split into fact and dimension tables</a:t>
            </a:r>
            <a:endParaRPr lang="en-US" sz="2000"/>
          </a:p>
        </p:txBody>
      </p:sp>
      <p:sp>
        <p:nvSpPr>
          <p:cNvPr id="29" name="Text 27"/>
          <p:cNvSpPr/>
          <p:nvPr/>
        </p:nvSpPr>
        <p:spPr>
          <a:xfrm>
            <a:off x="1959888" y="7366159"/>
            <a:ext cx="11957804" cy="3053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Data warehouse normalisation</a:t>
            </a:r>
            <a:endParaRPr lang="en-US" sz="16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63207AF0-ABFB-40B9-22F3-D3CB1986A5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231" y="1119984"/>
            <a:ext cx="13214183" cy="689435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A86445A-2907-48FA-167A-4C0D4199ACB2}"/>
              </a:ext>
            </a:extLst>
          </p:cNvPr>
          <p:cNvSpPr txBox="1"/>
          <p:nvPr/>
        </p:nvSpPr>
        <p:spPr>
          <a:xfrm>
            <a:off x="469231" y="493296"/>
            <a:ext cx="8290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>
                <a:latin typeface="Host Grotesk Medium" panose="020B0604020202020204" charset="0"/>
              </a:rPr>
              <a:t>DAG</a:t>
            </a:r>
          </a:p>
        </p:txBody>
      </p:sp>
    </p:spTree>
    <p:extLst>
      <p:ext uri="{BB962C8B-B14F-4D97-AF65-F5344CB8AC3E}">
        <p14:creationId xmlns:p14="http://schemas.microsoft.com/office/powerpoint/2010/main" val="38930159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703665"/>
            <a:ext cx="950202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Data Cleaning using PythonOperator</a:t>
            </a:r>
            <a:endParaRPr lang="en-US" sz="4450"/>
          </a:p>
        </p:txBody>
      </p:sp>
      <p:sp>
        <p:nvSpPr>
          <p:cNvPr id="3" name="Text 1"/>
          <p:cNvSpPr/>
          <p:nvPr/>
        </p:nvSpPr>
        <p:spPr>
          <a:xfrm>
            <a:off x="793790" y="2503170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Cleaning steps:</a:t>
            </a:r>
            <a:endParaRPr lang="en-US" sz="2650"/>
          </a:p>
        </p:txBody>
      </p:sp>
      <p:sp>
        <p:nvSpPr>
          <p:cNvPr id="4" name="Shape 2"/>
          <p:cNvSpPr/>
          <p:nvPr/>
        </p:nvSpPr>
        <p:spPr>
          <a:xfrm>
            <a:off x="793790" y="3268623"/>
            <a:ext cx="4196358" cy="1685330"/>
          </a:xfrm>
          <a:prstGeom prst="roundRect">
            <a:avLst>
              <a:gd name="adj" fmla="val 5653"/>
            </a:avLst>
          </a:prstGeom>
          <a:solidFill>
            <a:srgbClr val="FAF9F5"/>
          </a:solidFill>
          <a:ln w="30480">
            <a:solidFill>
              <a:srgbClr val="BFD3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051084" y="352591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Remove duplicates</a:t>
            </a:r>
            <a:endParaRPr lang="en-US" sz="2200"/>
          </a:p>
        </p:txBody>
      </p:sp>
      <p:sp>
        <p:nvSpPr>
          <p:cNvPr id="6" name="Text 4"/>
          <p:cNvSpPr/>
          <p:nvPr/>
        </p:nvSpPr>
        <p:spPr>
          <a:xfrm>
            <a:off x="1051084" y="4016335"/>
            <a:ext cx="3681770" cy="680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Eliminate duplicate records from the dataset</a:t>
            </a:r>
            <a:endParaRPr lang="en-US" sz="1750"/>
          </a:p>
        </p:txBody>
      </p:sp>
      <p:sp>
        <p:nvSpPr>
          <p:cNvPr id="7" name="Shape 5"/>
          <p:cNvSpPr/>
          <p:nvPr/>
        </p:nvSpPr>
        <p:spPr>
          <a:xfrm>
            <a:off x="5216962" y="3268623"/>
            <a:ext cx="4196358" cy="1685330"/>
          </a:xfrm>
          <a:prstGeom prst="roundRect">
            <a:avLst>
              <a:gd name="adj" fmla="val 5653"/>
            </a:avLst>
          </a:prstGeom>
          <a:solidFill>
            <a:srgbClr val="FAF9F5"/>
          </a:solidFill>
          <a:ln w="30480">
            <a:solidFill>
              <a:srgbClr val="BFD3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474256" y="352591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Fix date formats</a:t>
            </a:r>
            <a:endParaRPr lang="en-US" sz="2200"/>
          </a:p>
        </p:txBody>
      </p:sp>
      <p:sp>
        <p:nvSpPr>
          <p:cNvPr id="9" name="Text 7"/>
          <p:cNvSpPr/>
          <p:nvPr/>
        </p:nvSpPr>
        <p:spPr>
          <a:xfrm>
            <a:off x="5474256" y="4016335"/>
            <a:ext cx="3681770" cy="680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Standardise all date fields to consistent format</a:t>
            </a:r>
            <a:endParaRPr lang="en-US" sz="1750"/>
          </a:p>
        </p:txBody>
      </p:sp>
      <p:sp>
        <p:nvSpPr>
          <p:cNvPr id="10" name="Shape 8"/>
          <p:cNvSpPr/>
          <p:nvPr/>
        </p:nvSpPr>
        <p:spPr>
          <a:xfrm>
            <a:off x="9640133" y="3268623"/>
            <a:ext cx="4196358" cy="1685330"/>
          </a:xfrm>
          <a:prstGeom prst="roundRect">
            <a:avLst>
              <a:gd name="adj" fmla="val 5653"/>
            </a:avLst>
          </a:prstGeom>
          <a:solidFill>
            <a:srgbClr val="FAF9F5"/>
          </a:solidFill>
          <a:ln w="30480">
            <a:solidFill>
              <a:srgbClr val="BFD3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9897427" y="3525917"/>
            <a:ext cx="313634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Fill missing postal codes</a:t>
            </a:r>
            <a:endParaRPr lang="en-US" sz="2200"/>
          </a:p>
        </p:txBody>
      </p:sp>
      <p:sp>
        <p:nvSpPr>
          <p:cNvPr id="12" name="Text 10"/>
          <p:cNvSpPr/>
          <p:nvPr/>
        </p:nvSpPr>
        <p:spPr>
          <a:xfrm>
            <a:off x="9897427" y="4016335"/>
            <a:ext cx="3681770" cy="680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Handle missing location data appropriately</a:t>
            </a:r>
            <a:endParaRPr lang="en-US" sz="1750"/>
          </a:p>
        </p:txBody>
      </p:sp>
      <p:sp>
        <p:nvSpPr>
          <p:cNvPr id="13" name="Shape 11"/>
          <p:cNvSpPr/>
          <p:nvPr/>
        </p:nvSpPr>
        <p:spPr>
          <a:xfrm>
            <a:off x="793790" y="5180767"/>
            <a:ext cx="6407944" cy="1345168"/>
          </a:xfrm>
          <a:prstGeom prst="roundRect">
            <a:avLst>
              <a:gd name="adj" fmla="val 7082"/>
            </a:avLst>
          </a:prstGeom>
          <a:solidFill>
            <a:srgbClr val="FAF9F5"/>
          </a:solidFill>
          <a:ln w="30480">
            <a:solidFill>
              <a:srgbClr val="BFD3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1051084" y="5438061"/>
            <a:ext cx="330588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Drop nulls in key columns</a:t>
            </a:r>
            <a:endParaRPr lang="en-US" sz="2200"/>
          </a:p>
        </p:txBody>
      </p:sp>
      <p:sp>
        <p:nvSpPr>
          <p:cNvPr id="15" name="Text 13"/>
          <p:cNvSpPr/>
          <p:nvPr/>
        </p:nvSpPr>
        <p:spPr>
          <a:xfrm>
            <a:off x="1051084" y="5928479"/>
            <a:ext cx="5893356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Remove records with missing critical values</a:t>
            </a:r>
            <a:endParaRPr lang="en-US" sz="1750"/>
          </a:p>
        </p:txBody>
      </p:sp>
      <p:sp>
        <p:nvSpPr>
          <p:cNvPr id="16" name="Shape 14"/>
          <p:cNvSpPr/>
          <p:nvPr/>
        </p:nvSpPr>
        <p:spPr>
          <a:xfrm>
            <a:off x="7428548" y="5180767"/>
            <a:ext cx="6407944" cy="1345168"/>
          </a:xfrm>
          <a:prstGeom prst="roundRect">
            <a:avLst>
              <a:gd name="adj" fmla="val 7082"/>
            </a:avLst>
          </a:prstGeom>
          <a:solidFill>
            <a:srgbClr val="FAF9F5"/>
          </a:solidFill>
          <a:ln w="30480">
            <a:solidFill>
              <a:srgbClr val="BFD3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7685842" y="5438061"/>
            <a:ext cx="351639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Standardise column names</a:t>
            </a:r>
            <a:endParaRPr lang="en-US" sz="2200"/>
          </a:p>
        </p:txBody>
      </p:sp>
      <p:sp>
        <p:nvSpPr>
          <p:cNvPr id="18" name="Text 16"/>
          <p:cNvSpPr/>
          <p:nvPr/>
        </p:nvSpPr>
        <p:spPr>
          <a:xfrm>
            <a:off x="7685842" y="5928479"/>
            <a:ext cx="5893356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Ensure consistent naming conventions across all fields</a:t>
            </a:r>
            <a:endParaRPr lang="en-US" sz="175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FFC6806-43EE-8F32-EEDE-CB2DE45F28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5032" y="5039436"/>
            <a:ext cx="10034337" cy="2980389"/>
          </a:xfrm>
          <a:prstGeom prst="rect">
            <a:avLst/>
          </a:prstGeom>
        </p:spPr>
      </p:pic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8E7542E-731C-C139-03C4-994D408C54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5032" y="1273611"/>
            <a:ext cx="10202778" cy="344250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2EDC8A6-3E6A-31FD-C72E-174D1B6636FF}"/>
              </a:ext>
            </a:extLst>
          </p:cNvPr>
          <p:cNvSpPr txBox="1"/>
          <p:nvPr/>
        </p:nvSpPr>
        <p:spPr>
          <a:xfrm>
            <a:off x="1155032" y="536749"/>
            <a:ext cx="35285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>
                <a:latin typeface="Host Grotesk Medium" panose="020B0604020202020204" charset="0"/>
              </a:rPr>
              <a:t>AIRFLOW DAG OUTPUT</a:t>
            </a:r>
          </a:p>
        </p:txBody>
      </p:sp>
    </p:spTree>
    <p:extLst>
      <p:ext uri="{BB962C8B-B14F-4D97-AF65-F5344CB8AC3E}">
        <p14:creationId xmlns:p14="http://schemas.microsoft.com/office/powerpoint/2010/main" val="21753233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53453"/>
            <a:ext cx="618124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Data Warehouse Design</a:t>
            </a:r>
            <a:endParaRPr lang="en-US" sz="4450"/>
          </a:p>
        </p:txBody>
      </p:sp>
      <p:sp>
        <p:nvSpPr>
          <p:cNvPr id="3" name="Text 1"/>
          <p:cNvSpPr/>
          <p:nvPr/>
        </p:nvSpPr>
        <p:spPr>
          <a:xfrm>
            <a:off x="793790" y="2115860"/>
            <a:ext cx="13042821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Created dimensional model with the following tables:</a:t>
            </a:r>
            <a:endParaRPr lang="en-US" sz="1750"/>
          </a:p>
        </p:txBody>
      </p:sp>
      <p:sp>
        <p:nvSpPr>
          <p:cNvPr id="4" name="Text 2"/>
          <p:cNvSpPr/>
          <p:nvPr/>
        </p:nvSpPr>
        <p:spPr>
          <a:xfrm>
            <a:off x="1857256" y="318194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sz="220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dim_customer</a:t>
            </a:r>
            <a:endParaRPr lang="en-US" sz="2200"/>
          </a:p>
        </p:txBody>
      </p:sp>
      <p:sp>
        <p:nvSpPr>
          <p:cNvPr id="5" name="Text 3"/>
          <p:cNvSpPr/>
          <p:nvPr/>
        </p:nvSpPr>
        <p:spPr>
          <a:xfrm>
            <a:off x="793790" y="3672364"/>
            <a:ext cx="3898702" cy="680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650"/>
              </a:lnSpc>
              <a:buNone/>
            </a:pPr>
            <a:r>
              <a:rPr lang="en-US" sz="175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Customer dimension table containing customer attributes and details</a:t>
            </a:r>
            <a:endParaRPr lang="en-US" sz="175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2653" y="2711172"/>
            <a:ext cx="4564975" cy="456497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852874" y="3842266"/>
            <a:ext cx="339328" cy="424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265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1</a:t>
            </a:r>
            <a:endParaRPr lang="en-US" sz="2650"/>
          </a:p>
        </p:txBody>
      </p:sp>
      <p:sp>
        <p:nvSpPr>
          <p:cNvPr id="8" name="Text 5"/>
          <p:cNvSpPr/>
          <p:nvPr/>
        </p:nvSpPr>
        <p:spPr>
          <a:xfrm>
            <a:off x="9937790" y="277320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dim_product</a:t>
            </a:r>
            <a:endParaRPr lang="en-US" sz="2200"/>
          </a:p>
        </p:txBody>
      </p:sp>
      <p:sp>
        <p:nvSpPr>
          <p:cNvPr id="9" name="Text 6"/>
          <p:cNvSpPr/>
          <p:nvPr/>
        </p:nvSpPr>
        <p:spPr>
          <a:xfrm>
            <a:off x="9937790" y="3263622"/>
            <a:ext cx="3898821" cy="680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Product dimension table with product information and categories</a:t>
            </a:r>
            <a:endParaRPr lang="en-US" sz="175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2653" y="2711172"/>
            <a:ext cx="4564975" cy="456497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639169" y="3261836"/>
            <a:ext cx="339328" cy="424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265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2</a:t>
            </a:r>
            <a:endParaRPr lang="en-US" sz="2650"/>
          </a:p>
        </p:txBody>
      </p:sp>
      <p:sp>
        <p:nvSpPr>
          <p:cNvPr id="12" name="Text 8"/>
          <p:cNvSpPr/>
          <p:nvPr/>
        </p:nvSpPr>
        <p:spPr>
          <a:xfrm>
            <a:off x="10051256" y="440817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dim_region</a:t>
            </a:r>
            <a:endParaRPr lang="en-US" sz="2200"/>
          </a:p>
        </p:txBody>
      </p:sp>
      <p:sp>
        <p:nvSpPr>
          <p:cNvPr id="13" name="Text 9"/>
          <p:cNvSpPr/>
          <p:nvPr/>
        </p:nvSpPr>
        <p:spPr>
          <a:xfrm>
            <a:off x="10051256" y="4898588"/>
            <a:ext cx="3785354" cy="680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Region dimension table for geographical analysis</a:t>
            </a:r>
            <a:endParaRPr lang="en-US" sz="175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32653" y="2711172"/>
            <a:ext cx="4564975" cy="4564975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743117" y="4781431"/>
            <a:ext cx="339328" cy="424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265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3</a:t>
            </a:r>
            <a:endParaRPr lang="en-US" sz="2650"/>
          </a:p>
        </p:txBody>
      </p:sp>
      <p:sp>
        <p:nvSpPr>
          <p:cNvPr id="16" name="Text 11"/>
          <p:cNvSpPr/>
          <p:nvPr/>
        </p:nvSpPr>
        <p:spPr>
          <a:xfrm>
            <a:off x="9937790" y="604325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dim_date</a:t>
            </a:r>
            <a:endParaRPr lang="en-US" sz="2200"/>
          </a:p>
        </p:txBody>
      </p:sp>
      <p:sp>
        <p:nvSpPr>
          <p:cNvPr id="17" name="Text 12"/>
          <p:cNvSpPr/>
          <p:nvPr/>
        </p:nvSpPr>
        <p:spPr>
          <a:xfrm>
            <a:off x="9937790" y="6533674"/>
            <a:ext cx="3898821" cy="680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Date dimension table for temporal analysis</a:t>
            </a:r>
            <a:endParaRPr lang="en-US" sz="1750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32653" y="2711172"/>
            <a:ext cx="4564975" cy="4564975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639169" y="6301026"/>
            <a:ext cx="339328" cy="424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265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4</a:t>
            </a:r>
            <a:endParaRPr lang="en-US" sz="2650"/>
          </a:p>
        </p:txBody>
      </p:sp>
      <p:sp>
        <p:nvSpPr>
          <p:cNvPr id="20" name="Text 14"/>
          <p:cNvSpPr/>
          <p:nvPr/>
        </p:nvSpPr>
        <p:spPr>
          <a:xfrm>
            <a:off x="1857256" y="563451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sz="220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fact_sales</a:t>
            </a:r>
            <a:endParaRPr lang="en-US" sz="2200"/>
          </a:p>
        </p:txBody>
      </p:sp>
      <p:sp>
        <p:nvSpPr>
          <p:cNvPr id="21" name="Text 15"/>
          <p:cNvSpPr/>
          <p:nvPr/>
        </p:nvSpPr>
        <p:spPr>
          <a:xfrm>
            <a:off x="793790" y="6124932"/>
            <a:ext cx="3898702" cy="680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650"/>
              </a:lnSpc>
              <a:buNone/>
            </a:pPr>
            <a:r>
              <a:rPr lang="en-US" sz="1750" b="1">
                <a:solidFill>
                  <a:srgbClr val="95CCD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Central fact table</a:t>
            </a:r>
            <a:r>
              <a:rPr lang="en-US" sz="175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containing sales transactions and metrics</a:t>
            </a:r>
            <a:endParaRPr lang="en-US" sz="1750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32653" y="2711172"/>
            <a:ext cx="4564975" cy="4564975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852874" y="5720596"/>
            <a:ext cx="339328" cy="424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265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5</a:t>
            </a:r>
            <a:endParaRPr lang="en-US" sz="265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A0C6441D-8D70-B978-2259-86F76DE40A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6283" y="1789161"/>
            <a:ext cx="4476131" cy="6031365"/>
          </a:xfrm>
          <a:prstGeom prst="rect">
            <a:avLst/>
          </a:prstGeom>
        </p:spPr>
      </p:pic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1525546-3C89-2065-6DDD-3BBCFDE66C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732" y="1985211"/>
            <a:ext cx="5198819" cy="540217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2A27C36-A533-BBE3-0DAA-F1DDD33DBB09}"/>
              </a:ext>
            </a:extLst>
          </p:cNvPr>
          <p:cNvSpPr txBox="1"/>
          <p:nvPr/>
        </p:nvSpPr>
        <p:spPr>
          <a:xfrm>
            <a:off x="425732" y="914400"/>
            <a:ext cx="525656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600">
                <a:latin typeface="Host Grotesk Medium" panose="020B0604020202020204" charset="0"/>
              </a:rPr>
              <a:t>Data Warehouse details</a:t>
            </a:r>
          </a:p>
        </p:txBody>
      </p:sp>
    </p:spTree>
    <p:extLst>
      <p:ext uri="{BB962C8B-B14F-4D97-AF65-F5344CB8AC3E}">
        <p14:creationId xmlns:p14="http://schemas.microsoft.com/office/powerpoint/2010/main" val="25278267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85607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Visualization</a:t>
            </a:r>
            <a:endParaRPr lang="en-US" sz="4450"/>
          </a:p>
        </p:txBody>
      </p:sp>
      <p:sp>
        <p:nvSpPr>
          <p:cNvPr id="3" name="Text 1"/>
          <p:cNvSpPr/>
          <p:nvPr/>
        </p:nvSpPr>
        <p:spPr>
          <a:xfrm>
            <a:off x="793790" y="4018478"/>
            <a:ext cx="13042821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-Connected BigQuery dataset to Power BI</a:t>
            </a:r>
            <a:endParaRPr lang="en-US" sz="1750"/>
          </a:p>
        </p:txBody>
      </p:sp>
      <p:sp>
        <p:nvSpPr>
          <p:cNvPr id="4" name="Text 2"/>
          <p:cNvSpPr/>
          <p:nvPr/>
        </p:nvSpPr>
        <p:spPr>
          <a:xfrm>
            <a:off x="793790" y="4613791"/>
            <a:ext cx="13042821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75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Verified relationships between tables</a:t>
            </a:r>
            <a:endParaRPr lang="en-US" sz="1750"/>
          </a:p>
        </p:txBody>
      </p:sp>
      <p:sp>
        <p:nvSpPr>
          <p:cNvPr id="5" name="Text 3"/>
          <p:cNvSpPr/>
          <p:nvPr/>
        </p:nvSpPr>
        <p:spPr>
          <a:xfrm>
            <a:off x="793790" y="5033248"/>
            <a:ext cx="13042821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75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Created visuals</a:t>
            </a:r>
            <a:endParaRPr lang="en-US" sz="1750"/>
          </a:p>
        </p:txBody>
      </p:sp>
      <p:pic>
        <p:nvPicPr>
          <p:cNvPr id="9" name="Picture 8" descr="A screenshot of a data analysis&#10;&#10;AI-generated content may be incorrect.">
            <a:extLst>
              <a:ext uri="{FF2B5EF4-FFF2-40B4-BE49-F238E27FC236}">
                <a16:creationId xmlns:a16="http://schemas.microsoft.com/office/drawing/2014/main" id="{3BEA3F9A-E4C2-5C42-90F0-C7FFE656BD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5293" y="1538618"/>
            <a:ext cx="9348537" cy="582687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470547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Insights</a:t>
            </a:r>
            <a:endParaRPr lang="en-US" sz="4450"/>
          </a:p>
        </p:txBody>
      </p:sp>
      <p:sp>
        <p:nvSpPr>
          <p:cNvPr id="3" name="Text 1"/>
          <p:cNvSpPr/>
          <p:nvPr/>
        </p:nvSpPr>
        <p:spPr>
          <a:xfrm>
            <a:off x="793790" y="3632954"/>
            <a:ext cx="13042821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East region generates highest sales</a:t>
            </a:r>
            <a:endParaRPr lang="en-US" sz="1750"/>
          </a:p>
        </p:txBody>
      </p:sp>
      <p:sp>
        <p:nvSpPr>
          <p:cNvPr id="4" name="Text 2"/>
          <p:cNvSpPr/>
          <p:nvPr/>
        </p:nvSpPr>
        <p:spPr>
          <a:xfrm>
            <a:off x="793790" y="4228267"/>
            <a:ext cx="13042821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Technology Supplies have the highest quantity sold</a:t>
            </a:r>
            <a:endParaRPr lang="en-US" sz="1750"/>
          </a:p>
        </p:txBody>
      </p:sp>
      <p:sp>
        <p:nvSpPr>
          <p:cNvPr id="6" name="Text 4"/>
          <p:cNvSpPr/>
          <p:nvPr/>
        </p:nvSpPr>
        <p:spPr>
          <a:xfrm>
            <a:off x="793790" y="4823580"/>
            <a:ext cx="13042821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Sales trend peaks in November and December</a:t>
            </a:r>
            <a:endParaRPr lang="en-US" sz="175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768203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Conclusion:</a:t>
            </a:r>
            <a:endParaRPr lang="en-US" sz="4450"/>
          </a:p>
        </p:txBody>
      </p:sp>
      <p:sp>
        <p:nvSpPr>
          <p:cNvPr id="3" name="Text 1"/>
          <p:cNvSpPr/>
          <p:nvPr/>
        </p:nvSpPr>
        <p:spPr>
          <a:xfrm>
            <a:off x="793790" y="3930610"/>
            <a:ext cx="13042821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ETL pipeline automated (Airflow DAG runs automatically when new data arrives)</a:t>
            </a:r>
            <a:endParaRPr lang="en-US" sz="1750"/>
          </a:p>
        </p:txBody>
      </p:sp>
      <p:sp>
        <p:nvSpPr>
          <p:cNvPr id="4" name="Text 2"/>
          <p:cNvSpPr/>
          <p:nvPr/>
        </p:nvSpPr>
        <p:spPr>
          <a:xfrm>
            <a:off x="793790" y="4525923"/>
            <a:ext cx="13042821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Data warehouse created in BigQuery</a:t>
            </a:r>
            <a:endParaRPr lang="en-US" sz="1750"/>
          </a:p>
        </p:txBody>
      </p:sp>
      <p:sp>
        <p:nvSpPr>
          <p:cNvPr id="5" name="Text 3"/>
          <p:cNvSpPr/>
          <p:nvPr/>
        </p:nvSpPr>
        <p:spPr>
          <a:xfrm>
            <a:off x="793790" y="5121235"/>
            <a:ext cx="13042821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Dashboards provide actionable insights</a:t>
            </a:r>
            <a:endParaRPr lang="en-US" sz="175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38569" y="3519719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r>
              <a:rPr lang="en-US" sz="445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THANK YOU</a:t>
            </a:r>
            <a:endParaRPr lang="en-US" sz="445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427</Words>
  <Application>Microsoft Office PowerPoint</Application>
  <PresentationFormat>Custom</PresentationFormat>
  <Paragraphs>106</Paragraphs>
  <Slides>16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Consolas</vt:lpstr>
      <vt:lpstr>Host Grotesk Medium</vt:lpstr>
      <vt:lpstr>Roboto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shaharban banu</cp:lastModifiedBy>
  <cp:revision>1</cp:revision>
  <dcterms:created xsi:type="dcterms:W3CDTF">2025-11-07T11:06:29Z</dcterms:created>
  <dcterms:modified xsi:type="dcterms:W3CDTF">2025-11-08T04:58:49Z</dcterms:modified>
</cp:coreProperties>
</file>